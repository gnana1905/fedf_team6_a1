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nMzWSFvBa4R7HkCX1s+UbQIu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39B526-03E7-4199-8DEC-81A36C6873BD}">
  <a:tblStyle styleId="{7A39B526-03E7-4199-8DEC-81A36C6873B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5373b4627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45373b462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s://www.chronoflocalendar.com/" TargetMode="External"/><Relationship Id="rId5" Type="http://schemas.openxmlformats.org/officeDocument/2006/relationships/hyperlink" Target="https://www.sciencedirect.com/science/article/abs/pii/S2772766125000369" TargetMode="External"/><Relationship Id="rId6" Type="http://schemas.openxmlformats.org/officeDocument/2006/relationships/hyperlink" Target="https://timeline.knightlab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62400" y="467150"/>
            <a:ext cx="88008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Review-2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(Literature Review / Applications Survey)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279625" y="2195150"/>
            <a:ext cx="85821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000">
                <a:solidFill>
                  <a:srgbClr val="888888"/>
                </a:solidFill>
              </a:rPr>
              <a:t>Front-End Development Frameworks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000">
                <a:solidFill>
                  <a:srgbClr val="888888"/>
                </a:solidFill>
              </a:rPr>
              <a:t> </a:t>
            </a:r>
            <a:r>
              <a:rPr b="1" lang="en-US" sz="2000">
                <a:solidFill>
                  <a:srgbClr val="888888"/>
                </a:solidFill>
              </a:rPr>
              <a:t>Project Title: ChronoFlow – Interactive Timeline with Custom Event Triggers</a:t>
            </a:r>
            <a:r>
              <a:rPr lang="en-US" sz="2000">
                <a:solidFill>
                  <a:srgbClr val="888888"/>
                </a:solidFill>
              </a:rPr>
              <a:t>  </a:t>
            </a:r>
            <a:r>
              <a:rPr lang="en-US" sz="2000"/>
              <a:t>CSE Department</a:t>
            </a:r>
            <a:endParaRPr sz="2000"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0079" y="5790234"/>
            <a:ext cx="3883842" cy="119575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79625" y="3877025"/>
            <a:ext cx="76398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endParaRPr b="1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2410030094 – Repala Gnana Lakshmi Prasanna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2410030397 – Jahnavi B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2410030466 – Rooprekha Bharde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Relevance to Project Title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457200" y="1310700"/>
            <a:ext cx="8229600" cy="4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We chose </a:t>
            </a:r>
            <a:r>
              <a:rPr b="1" lang="en-US" sz="1800"/>
              <a:t>React.js</a:t>
            </a:r>
            <a:r>
              <a:rPr lang="en-US" sz="1800"/>
              <a:t> because it lets us split a big, complicated app into small, reusable parts called </a:t>
            </a:r>
            <a:r>
              <a:rPr b="1" lang="en-US" sz="1800"/>
              <a:t>components</a:t>
            </a:r>
            <a:r>
              <a:rPr lang="en-US" sz="1800"/>
              <a:t>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For ChronoFlow, we can make separate parts like:</a:t>
            </a:r>
            <a:endParaRPr sz="1800"/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Timeline</a:t>
            </a:r>
            <a:r>
              <a:rPr lang="en-US" sz="1800"/>
              <a:t> (shows events in order)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/>
              <a:t>Filter Sidebar</a:t>
            </a:r>
            <a:r>
              <a:rPr lang="en-US" sz="1800"/>
              <a:t> (lets you filter events)</a:t>
            </a:r>
            <a:br>
              <a:rPr lang="en-US" sz="1800"/>
            </a:br>
            <a:r>
              <a:rPr lang="en-US" sz="1800"/>
              <a:t>	</a:t>
            </a:r>
            <a:r>
              <a:rPr b="1" lang="en-US" sz="1800"/>
              <a:t>Reminder Popup</a:t>
            </a:r>
            <a:r>
              <a:rPr lang="en-US" sz="1800"/>
              <a:t> (shows reminders)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We use </a:t>
            </a:r>
            <a:r>
              <a:rPr b="1" lang="en-US" sz="1800"/>
              <a:t>Tailwind CSS</a:t>
            </a:r>
            <a:r>
              <a:rPr lang="en-US" sz="1800"/>
              <a:t> to style these parts quickly and make sure the app looks good on phones, tablets, and computers.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This combo helps us build a </a:t>
            </a:r>
            <a:r>
              <a:rPr b="1" lang="en-US" sz="1800"/>
              <a:t>clean, interactive, and easy-to-use timeline tool</a:t>
            </a:r>
            <a:r>
              <a:rPr lang="en-US" sz="1800"/>
              <a:t> that works anywhere.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From our research, most modern interactive applications use component-based frameworks like React for better performance and scalability. Studies also show that utility-first CSS (like Tailwind) speeds up design without sacrificing customization which matches our goal to build an attractive, flexible, and fast timeline application.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7918" y="5566734"/>
            <a:ext cx="3346515" cy="119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00325" y="104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 &amp; Quality of Literature Review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910050"/>
            <a:ext cx="8229600" cy="5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We use React for fast event rendering and dynamic updates in our timeline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We use Tailwind to make our timeline mobile-friendly and quick to sty</a:t>
            </a:r>
            <a:r>
              <a:rPr lang="en-US" sz="1800"/>
              <a:t>le</a:t>
            </a:r>
            <a:endParaRPr b="1" sz="18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0723" y="5566734"/>
            <a:ext cx="2818614" cy="11957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" name="Google Shape;102;p3"/>
          <p:cNvGraphicFramePr/>
          <p:nvPr/>
        </p:nvGraphicFramePr>
        <p:xfrm>
          <a:off x="582850" y="194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{7A39B526-03E7-4199-8DEC-81A36C6873BD}</a:tableStyleId>
              </a:tblPr>
              <a:tblGrid>
                <a:gridCol w="1703700"/>
                <a:gridCol w="1447800"/>
                <a:gridCol w="1447800"/>
                <a:gridCol w="1561550"/>
                <a:gridCol w="1703700"/>
              </a:tblGrid>
              <a:tr h="70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b="1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 / Source</a:t>
                      </a:r>
                      <a:endParaRPr b="1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Findings</a:t>
                      </a:r>
                      <a:endParaRPr b="1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 to ChronoFlow</a:t>
                      </a:r>
                      <a:endParaRPr b="1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b="1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100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App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ChronoFlo Calendar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Scrollable timeline, customizable, media support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Improves navigation and look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ChronoFlo Calendar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118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Paper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Timelines: Visualizing time in narrative research - ScienceDirect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event patterns and relationships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analytics and relationship mapping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Timelines: Visualizing time in narrative research - ScienceDirect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  <a:tr h="100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Tool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Knight Lab – TimelineJS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Sheets - interactive media-rich timeline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Easy event input and media support</a:t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u="sng" cap="none" strike="noStrike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Timeline JS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Analysis, Synthesis &amp; Gap Identification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React, Angular, Vue all make UI updates faster with virtual DOM or similar concepts.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Many timeline libraries (like Vis.js) show events clearly.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Limitations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800"/>
              <a:t>Most timeline tools don’t allow custom event triggers like popups, and sounds for each event.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800"/>
              <a:t>Some are not fully responsive on mobile.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800"/>
              <a:t>Many require a backend to store data, which makes them harder to set up.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I</a:t>
            </a:r>
            <a:r>
              <a:rPr b="1" lang="en-US" sz="1800"/>
              <a:t>t is </a:t>
            </a:r>
            <a:r>
              <a:rPr b="1" lang="en-US" sz="1800"/>
              <a:t>different</a:t>
            </a:r>
            <a:r>
              <a:rPr b="1" lang="en-US" sz="1800"/>
              <a:t> </a:t>
            </a:r>
            <a:r>
              <a:rPr b="1" lang="en-US" sz="1800"/>
              <a:t>from</a:t>
            </a:r>
            <a:r>
              <a:rPr b="1" lang="en-US" sz="1800"/>
              <a:t> others as ChronoFlow will provide</a:t>
            </a:r>
            <a:endParaRPr b="1"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800"/>
              <a:t>Fully customizable event triggers.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800"/>
              <a:t>Category filters for better navigation.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800"/>
              <a:t>A responsive UI that works on any device without backend dependency.</a:t>
            </a:r>
            <a:endParaRPr sz="1800"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0723" y="5566734"/>
            <a:ext cx="2818614" cy="1195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457200" y="136300"/>
            <a:ext cx="8229600" cy="10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Implementation Started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457200" y="1223800"/>
            <a:ext cx="8229600" cy="4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2400"/>
              <a:t>C</a:t>
            </a:r>
            <a:r>
              <a:rPr lang="en-US" sz="2400"/>
              <a:t>ode snippets</a:t>
            </a:r>
            <a:endParaRPr sz="2400"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0723" y="5566734"/>
            <a:ext cx="2818614" cy="119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949050"/>
            <a:ext cx="4479524" cy="338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25" y="1949050"/>
            <a:ext cx="4353451" cy="3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5373b4627_1_2"/>
          <p:cNvSpPr txBox="1"/>
          <p:nvPr>
            <p:ph idx="1" type="body"/>
          </p:nvPr>
        </p:nvSpPr>
        <p:spPr>
          <a:xfrm>
            <a:off x="457200" y="295175"/>
            <a:ext cx="8229600" cy="58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rPr b="1" lang="en-US" sz="1700"/>
              <a:t>       Expected milestones for the next review</a:t>
            </a:r>
            <a:endParaRPr b="1" sz="17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rPr lang="en-US" sz="1700"/>
              <a:t>By the next review, we will finish the main features like adding, viewing, and filtering events on the timeline.</a:t>
            </a:r>
            <a:endParaRPr sz="17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rPr lang="en-US" sz="1700"/>
              <a:t>The design will be responsive and neat for both mobile and desktop.</a:t>
            </a:r>
            <a:endParaRPr sz="17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rPr lang="en-US" sz="1700"/>
              <a:t>We will also start basic advanced features like saving data and editing events.</a:t>
            </a:r>
            <a:endParaRPr sz="1700"/>
          </a:p>
          <a:p>
            <a:pPr indent="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</p:txBody>
      </p:sp>
      <p:pic>
        <p:nvPicPr>
          <p:cNvPr id="124" name="Google Shape;124;g345373b4627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350" y="2144025"/>
            <a:ext cx="8695248" cy="47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800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800"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800"/>
              <a:t>THANK YOU</a:t>
            </a:r>
            <a:endParaRPr b="1"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Sree Lakshmi P</dc:creator>
</cp:coreProperties>
</file>